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560320"/>
            <a:ext cx="11868912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Spring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6DB33F"/>
                </a:solidFill>
              </a:rPr>
              <a:t>Modernization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Current State  ·  Why Modernize  ·  Target State  ·  Key Differences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194560" cy="5029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DB33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Architecture, tech stack, and existing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234440"/>
            <a:ext cx="2194560" cy="5029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DB33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Why Modernize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Pain points, risks, and business drivers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234440"/>
            <a:ext cx="2194560" cy="5029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DB33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346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Decomposed services, upgraded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234440"/>
            <a:ext cx="2194560" cy="5029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DB33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Key Differences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8346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Side-by-side comparison of As-Is vs To-Be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1234440"/>
            <a:ext cx="2194560" cy="5029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1371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DB33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Migration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8346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What changed, what stayed the same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Single Spring Boot monolith — everything in one JAR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30000" cy="5074920"/>
          </a:xfrm>
          <a:prstGeom prst="rect">
            <a:avLst/>
          </a:prstGeom>
          <a:solidFill>
            <a:srgbClr val="3A3A3A"/>
          </a:solidFill>
          <a:ln w="1905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B33F"/>
                </a:solidFill>
              </a:rPr>
              <a:t>spring-music-1.0.jar  (Monolith)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2103120" cy="77724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Browser
(AngularJS SPA)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</a:rPr>
              <a:t>REST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48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</a:rPr>
              <a:t>──────►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828800"/>
            <a:ext cx="16002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1E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192024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AlbumController
/albums/**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16002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1E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2024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InfoController
/appinfo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828800"/>
            <a:ext cx="1600200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1E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192024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ErrorController
/errors/**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743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</a:rPr>
              <a:t>│
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246120"/>
            <a:ext cx="3657600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273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DB33F"/>
                </a:solidFill>
              </a:rPr>
              <a:t>CrudRepository &lt;interface&gt;  (single active implementation)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2651760" cy="868680"/>
          </a:xfrm>
          <a:prstGeom prst="rect">
            <a:avLst/>
          </a:prstGeom>
          <a:solidFill>
            <a:srgbClr val="4A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3840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JpaAlbumRepository
(default/mysql/postgres)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794760"/>
            <a:ext cx="2651760" cy="868680"/>
          </a:xfrm>
          <a:prstGeom prst="rect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3840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MongoAlbumRepository
(mongodb profile)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794760"/>
            <a:ext cx="2651760" cy="868680"/>
          </a:xfrm>
          <a:prstGeom prst="rect">
            <a:avLst/>
          </a:prstGeom>
          <a:solidFill>
            <a:srgbClr val="7B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8404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RedisAlbumRepository
(redis profile)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46320"/>
            <a:ext cx="10972800" cy="685800"/>
          </a:xfrm>
          <a:prstGeom prst="rect">
            <a:avLst/>
          </a:prstGeom>
          <a:solidFill>
            <a:srgbClr val="3A3A3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Active Database  —  H2  |  MySQL  |  PostgreSQL  |  MongoDB  |  Redis  |  Oracle  |  SQL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874519"/>
            <a:ext cx="2011680" cy="1417320"/>
          </a:xfrm>
          <a:prstGeom prst="rect">
            <a:avLst/>
          </a:prstGeom>
          <a:solidFill>
            <a:srgbClr val="3A3A3A"/>
          </a:solidFill>
          <a:ln w="12700">
            <a:solidFill>
              <a:srgbClr val="E0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1920240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SpringApplication
ContextInitializer
Detects CF services
→ activates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Technology stack — as of original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441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7335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Java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365760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900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1927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Spring Boot 2.4.0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26280"/>
            <a:ext cx="365760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52628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6360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BUILD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965192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Gradle 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234440"/>
            <a:ext cx="393192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23444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1344168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167335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JUnit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880360"/>
            <a:ext cx="393192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288036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2990088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NAMESPACE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31927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javax.* (Jakarta EE 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4526280"/>
            <a:ext cx="393192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4526280"/>
            <a:ext cx="164592" cy="146304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4636008"/>
            <a:ext cx="3611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DATABASES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4965192"/>
            <a:ext cx="3611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H2, MySQL, PostgreSQL,
MongoDB, Redis, Oracle, SQL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234440"/>
            <a:ext cx="379476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234440"/>
            <a:ext cx="164592" cy="1463040"/>
          </a:xfrm>
          <a:prstGeom prst="rect">
            <a:avLst/>
          </a:prstGeom>
          <a:solidFill>
            <a:srgbClr val="E0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1344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167335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AngularJS 1.2.16 (EOL)
Bootstrap 3.1.1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880360"/>
            <a:ext cx="379476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880360"/>
            <a:ext cx="164592" cy="146304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31927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 Foundry
single cf push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526280"/>
            <a:ext cx="3794760" cy="14630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526280"/>
            <a:ext cx="164592" cy="1463040"/>
          </a:xfrm>
          <a:prstGeom prst="rect">
            <a:avLst/>
          </a:prstGeom>
          <a:solidFill>
            <a:srgbClr val="E0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4636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AA"/>
                </a:solidFill>
              </a:rPr>
              <a:t>OBSERVABILITY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96519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Spring Actuator
(all endpoints exposed)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Modernize?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Pain points, risks, and business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End-of-Life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Spring Boot 2.4 reached EOL Feb 2023. Java 8 support ends 2030 but misses 10+ years of language improvements. No security patches from the community.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Cannot Scale Independently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 spike in album reads forces scaling the entire JAR — including the UI and metadata endpoints. No way to scale catalog independently.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Single Point of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 database connectivity issue, an OOM from /errors/fill-heap, or a misconfigured profile brings the entire application — including the UI — offline.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Deployment Coupling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Any change — UI tweak, API fix, or new database support — requires rebuilding and redeploying the full monolith. All teams release together.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0916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Incorrect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application.yml specified 'ProgressDialect' for PostgreSQL (a Progress DB dialect). Hibernate dialects were also unnecessary in Hibernate 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09160"/>
            <a:ext cx="5669280" cy="1600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709160"/>
            <a:ext cx="5669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846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No Error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Validation failures and unhandled exceptions returned raw Spring error pages. No structured error contract for consumers.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Three independently deployable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188720"/>
            <a:ext cx="2286000" cy="68580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261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Browser  (AngularJS 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20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│  All requests
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3794760" cy="4069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3794760" cy="6400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album-catalog-service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Port 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649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Album CRUD REST API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Profile-based DB selection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Seed data loading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CORS + exception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468880"/>
            <a:ext cx="3794760" cy="4069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468880"/>
            <a:ext cx="3794760" cy="64008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5786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app-info-service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9923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6BB0"/>
                </a:solidFill>
              </a:rPr>
              <a:t>Port 8081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649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GET /appinfo — active profiles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GET /service — CF bindings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Reads VCAP_SERVICES via CfEnv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Independent restart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468880"/>
            <a:ext cx="3794760" cy="4069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2468880"/>
            <a:ext cx="3794760" cy="64008"/>
          </a:xfrm>
          <a:prstGeom prst="rect">
            <a:avLst/>
          </a:prstGeom>
          <a:solidFill>
            <a:srgbClr val="E0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5786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spring-music-ui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99923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7B20"/>
                </a:solidFill>
              </a:rPr>
              <a:t>Port 8082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364992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Serves AngularJS SPA (static)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Reverse-proxy → catalog &amp; info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No API logic, no DB dependency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CCCCC"/>
                </a:solidFill>
              </a:rPr>
              <a:t>•  Browser talks to single 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233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proxy /albums/**
◄────────────►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0233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proxy /appinfo
◄────────────►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492240"/>
            <a:ext cx="379476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Modernized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011680" cy="4114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234440"/>
            <a:ext cx="2286000" cy="4114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98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34440"/>
            <a:ext cx="2286000" cy="4114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2984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234440"/>
            <a:ext cx="4846320" cy="4114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298448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64208"/>
            <a:ext cx="12481560" cy="5486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73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77393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77393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17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7739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Language features: records, sealed classes, text blocks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31136"/>
            <a:ext cx="12481560" cy="54864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408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34086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2.4.0  (EOL)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34086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3.2.3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3408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Jakarta EE 10, virtual threads, ProblemDetail, native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98064"/>
            <a:ext cx="12481560" cy="5486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907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90779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8.7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9077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Build cache, toolchains, modern plugins {} DSL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64991"/>
            <a:ext cx="12481560" cy="54864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474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474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5 (Jupiter)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Parameterised tests, extensions, @Nested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31920"/>
            <a:ext cx="12481560" cy="5486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41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4164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javax.*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04164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jakarta.*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041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Required by Spring Boot 3 / Jakarta EE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98848"/>
            <a:ext cx="12481560" cy="54864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085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MySQL Driver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460857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mysql-connector-java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60857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mysql-connector-j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6085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Updated group ID + JDBC URL driver class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65776"/>
            <a:ext cx="12481560" cy="5486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1755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Dialects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517550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Explicit (&amp; wrong)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17550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Auto-detected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51755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Hibernate 6 detects dialect from JDBC metadata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632704"/>
            <a:ext cx="12481560" cy="54864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7424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YAML profiles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574243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spring.profiles: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74243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B33F"/>
                </a:solidFill>
              </a:rPr>
              <a:t>spring.config.activate.on-profile: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5742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Mandatory syntax change in Spring Boot 2.4+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Architecture — As-Is vs To-Be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73152" cy="53035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</a:rPr>
              <a:t>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DB33F"/>
                </a:solidFill>
              </a:rPr>
              <a:t>TO-BE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5564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5564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 deployable JAR (~1 GB allocation)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5564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5564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Three independently deployable JARs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5000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35000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41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 components share one JVM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35000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35000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service runs in its own JVM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4436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4436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35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 database binding per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94436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94436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35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Catalog DB fully isolated from other services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3872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53872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30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 + API + metadata in same package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53872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53872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30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 / Catalog API / Metadata clearly separated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133087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133087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245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Full redeploy for any change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133087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133087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2452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service deploys independently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72744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472744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818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Single failure point for all capabilities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72744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472744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818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Catalog failure does not affect UI or 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32180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532180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413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CORS — browser &amp; API on same origin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532180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532180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413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CORS enabled — UI proxies to backend services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916168"/>
            <a:ext cx="557784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5916168"/>
            <a:ext cx="137160" cy="5212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0076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structured exception handling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916168"/>
            <a:ext cx="5715000" cy="521207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5916168"/>
            <a:ext cx="137160" cy="521207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600760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GlobalExceptionHandler with RFC 7807 format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Code &amp; Configuration — As-Is vs To-Be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200400" cy="38404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234440"/>
            <a:ext cx="4160520" cy="38404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61872"/>
            <a:ext cx="4023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 (As-Is)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34440"/>
            <a:ext cx="4251960" cy="384048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61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 (To-Be)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36776"/>
            <a:ext cx="12161520" cy="4754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2821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HTTP Status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28216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200 for all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72821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201 Created (add), 204 No Content (delete)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30552"/>
            <a:ext cx="12161520" cy="4754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219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Validation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2199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Raw Spring whitelabel error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2199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RFC 7807 ProblemDetail with field details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24328"/>
            <a:ext cx="12161520" cy="4754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157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715768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String concatenation in logger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71576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SLF4J parameterised {}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18104"/>
            <a:ext cx="12161520" cy="4754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20954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ApplicationInfo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20954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Mutable POJO, 28 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0954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Java 17 record, 3 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11880"/>
            <a:ext cx="12161520" cy="4754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7033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MySQL driver 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7033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com.mysql.jdbc.Driver (deprecated)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70332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com.mysql.cj.jdbc.Driver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105656"/>
            <a:ext cx="12161520" cy="4754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19709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PostgreSQL dialect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197096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ProgressDialect (wrong DB!)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19709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Removed — Hibernate 6 auto-detects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99432"/>
            <a:ext cx="12161520" cy="4754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908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YAML profile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69087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spring.profiles: mysql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69087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spring.config.activate.on-profile: mysql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93208"/>
            <a:ext cx="12161520" cy="4754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1846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Build repositories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184648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jcenter() + mavenCentral()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1846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mavenCentral() only (jcenter shutdown)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86984"/>
            <a:ext cx="12161520" cy="4754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6784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Build script style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67842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Legacy buildscript {} + apply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567842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Modern plugins {} DSL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080760"/>
            <a:ext cx="12161520" cy="4754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172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IdentifierGenerator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6172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SessionImplementor (Hibernate 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17220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DB33F"/>
                </a:solidFill>
              </a:rPr>
              <a:t>SharedSessionContractImplementor (Hibernate 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Migration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What changed vs what was preserved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Spring Boot 2.4 → 3.2.3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Java 8 → Java 17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Gradle 6.7 → Gradle 8.7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JUnit 4 → JUnit 5 (Jupiter)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javax.* → jakarta.*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mysql-connector-java → mysql-connector-j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Removed explicit Hibernate dialects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Fixed YAML profile syntax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Added GlobalExceptionHandler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Added CORS configuration (WebConfig)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ApplicationInfo: POJO → Java record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AlbumController: @RequestMapping → @GetMapping etc.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HTTP 200 → 201 Created / 204 No Content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Hibernate 6 IdentifierGenerator API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Removed jcenter(), eclipse-wtp plugin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Decomposed into 3 services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Added ProxyController in spring-music-ui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577840" cy="41148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61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All AngularJS JS files (albums.js, app.js …)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All HTML templates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All CSS stylesheets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albums.json seed data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Profile-based DB selection logic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AlbumRepositoryPopulator behaviour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JpaAlbumRepository (interface only)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MongoAlbumRepository (interface only)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RedisAlbumRepository core logic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SpringApplicationContextInitializer algorithm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CF deployment model (cf push per service)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CCCCCC"/>
                </a:solidFill>
              </a:rPr>
              <a:t>•  Actuator endpoints 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34440"/>
            <a:ext cx="73152" cy="53035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&amp; Known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Spring Music | Modernization Report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64592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71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Authentication &amp;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Spring Security with OAuth2 resource server.
Currently absent — all endpoints publicly accessible.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164592" cy="1645920"/>
          </a:xfrm>
          <a:prstGeom prst="rect">
            <a:avLst/>
          </a:prstGeom>
          <a:solidFill>
            <a:srgbClr val="E0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371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📡  Distributed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Add Micrometer Tracing. Propagate correlation ID
through ProxyController for end-to-end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164592" cy="1645920"/>
          </a:xfrm>
          <a:prstGeom prst="rect">
            <a:avLst/>
          </a:prstGeom>
          <a:solidFill>
            <a:srgbClr val="E0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5467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  Frontend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611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AngularJS 1.2.16 reached EOL in 2021.
Recommend migrating to Angular 17, React, or Vue.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1752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164592" cy="164592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15467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🔎  Service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611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Backend URLs in spring-music-ui are static config.
Add Spring Cloud Discovery for production CF routing.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0060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164592" cy="164592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937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  @UuidGenerator Migration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@GenericGenerator deprecated in Hibernate 6.
Replace with @UuidGenerator once dash-free format is unneeded.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00600"/>
            <a:ext cx="5669280" cy="1645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800600"/>
            <a:ext cx="164592" cy="16459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937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Container /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BB"/>
                </a:solidFill>
              </a:rPr>
              <a:t>Services are now independently containerisable.
Next logical step: Dockerfile + Kubernetes Helm charts.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017520"/>
            <a:ext cx="11868912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6DB33F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✓  Spring Boot 2.4  →  3.2.3   |   Java 8  →  17   |   Gradle 6.7  →  8.7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✓  Monolith decomposed into 3 independent services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✓  javax.*  →  jakarta.*   |   Deprecated APIs replaced   |   RFC 7807 error handling added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✓  AngularJS SPA unchanged — ProxyController preserves all relative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Source: spring-music/  →  spring-music-new/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